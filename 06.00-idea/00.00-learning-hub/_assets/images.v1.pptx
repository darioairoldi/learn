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1001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 — self-updating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6894" y="557784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feed the Hub  ·  PE artifacts and context information govern it  ·  three self-updating loops keep it current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91744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3DD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1107" y="159461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 artifacts</a:t>
            </a:r>
            <a:r>
              <a:rPr lang="en-US" sz="8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the customization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3773" y="1817878"/>
            <a:ext cx="116433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3773" y="1817878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762141" y="1797050"/>
            <a:ext cx="116433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8894" y="125298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74670" y="1252982"/>
            <a:ext cx="1164336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4670" y="1252982"/>
            <a:ext cx="116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19656" y="1804924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19656" y="180492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03320" y="1804924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180492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13730" y="-1056132"/>
            <a:ext cx="8924747" cy="649224"/>
          </a:xfrm>
          <a:prstGeom prst="roundRect">
            <a:avLst>
              <a:gd name="adj" fmla="val 4478"/>
            </a:avLst>
          </a:prstGeom>
          <a:solidFill>
            <a:srgbClr val="E8F0F7"/>
          </a:solidFill>
          <a:ln w="12700">
            <a:solidFill>
              <a:srgbClr val="C8D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1107" y="101041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information</a:t>
            </a:r>
            <a:r>
              <a:rPr lang="en-US" sz="8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structured, invariant data on the content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3773" y="1252982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3773" y="125298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metadata</a:t>
            </a:r>
            <a:endParaRPr lang="en-US" sz="850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ED55492-4B9A-224B-6D57-FEA79A74EB45}"/>
              </a:ext>
            </a:extLst>
          </p:cNvPr>
          <p:cNvGrpSpPr/>
          <p:nvPr/>
        </p:nvGrpSpPr>
        <p:grpSpPr>
          <a:xfrm>
            <a:off x="2456688" y="1252982"/>
            <a:ext cx="1832973" cy="347472"/>
            <a:chOff x="2456688" y="1252982"/>
            <a:chExt cx="1832973" cy="347472"/>
          </a:xfrm>
        </p:grpSpPr>
        <p:sp>
          <p:nvSpPr>
            <p:cNvPr id="21" name="Shape 19"/>
            <p:cNvSpPr/>
            <p:nvPr/>
          </p:nvSpPr>
          <p:spPr>
            <a:xfrm>
              <a:off x="2497437" y="1252982"/>
              <a:ext cx="1792224" cy="347472"/>
            </a:xfrm>
            <a:prstGeom prst="roundRect">
              <a:avLst>
                <a:gd name="adj" fmla="val 13158"/>
              </a:avLst>
            </a:prstGeom>
            <a:solidFill>
              <a:srgbClr val="FFFFFF"/>
            </a:solidFill>
            <a:ln w="9525">
              <a:solidFill>
                <a:srgbClr val="B9CF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2456688" y="1252982"/>
              <a:ext cx="1792224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1A24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Folder metadata</a:t>
              </a:r>
              <a:endParaRPr lang="en-US" sz="85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4382321" y="1246520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2321" y="12465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scope · boundaries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5985" y="1246520"/>
            <a:ext cx="1792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B9CF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5985" y="12465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+ rationale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765587" y="932688"/>
            <a:ext cx="2148840" cy="3822192"/>
          </a:xfrm>
          <a:prstGeom prst="roundRect">
            <a:avLst>
              <a:gd name="adj" fmla="val 3404"/>
            </a:avLst>
          </a:prstGeom>
          <a:solidFill>
            <a:srgbClr val="E6F1F5"/>
          </a:solidFill>
          <a:ln w="15875">
            <a:solidFill>
              <a:srgbClr val="1C729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0" y="10607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20656" y="1389888"/>
            <a:ext cx="18928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93808" y="1435608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&amp; newsletters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RSS/Atom, release notes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820656" y="2039112"/>
            <a:ext cx="18928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93808" y="2084832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events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slides, proceedings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20656" y="2688336"/>
            <a:ext cx="18928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93808" y="2734056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talks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transcripts, recordings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820656" y="3337560"/>
            <a:ext cx="18928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93808" y="338328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reports, vendor docs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deep sources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820656" y="3986784"/>
            <a:ext cx="189280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AFC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93808" y="4032504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work</a:t>
            </a:r>
            <a:endParaRPr lang="en-US" sz="850" dirty="0"/>
          </a:p>
          <a:p>
            <a:pPr marL="0" indent="0">
              <a:buNone/>
            </a:pPr>
            <a:r>
              <a:rPr lang="en-US" sz="720" dirty="0">
                <a:solidFill>
                  <a:srgbClr val="5D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experiments, corrections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03704" y="2432304"/>
            <a:ext cx="347472" cy="457200"/>
          </a:xfrm>
          <a:prstGeom prst="upArrow">
            <a:avLst/>
          </a:prstGeom>
          <a:solidFill>
            <a:srgbClr val="C2477F"/>
          </a:solidFill>
          <a:ln w="6350">
            <a:solidFill>
              <a:srgbClr val="C24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06824" y="2432304"/>
            <a:ext cx="347472" cy="457200"/>
          </a:xfrm>
          <a:prstGeom prst="downArrow">
            <a:avLst/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01384" y="2432304"/>
            <a:ext cx="347472" cy="457200"/>
          </a:xfrm>
          <a:prstGeom prst="upArrow">
            <a:avLst/>
          </a:prstGeom>
          <a:solidFill>
            <a:srgbClr val="7B61A8"/>
          </a:solidFill>
          <a:ln w="635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9728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prompt engineering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03320" y="2907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49240" y="2907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B6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self-updating context information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3246120"/>
            <a:ext cx="8503920" cy="1508760"/>
          </a:xfrm>
          <a:prstGeom prst="roundRect">
            <a:avLst>
              <a:gd name="adj" fmla="val 484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337413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HUB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11480" y="364845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corpus, delivered live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" y="3941064"/>
            <a:ext cx="262128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" y="3995928"/>
            <a:ext cx="243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Markdown corpus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metadata on every piece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52800" y="3941064"/>
            <a:ext cx="262128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44240" y="3995928"/>
            <a:ext cx="243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→ HTML, no build step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11240" y="3941064"/>
            <a:ext cx="2621280" cy="603504"/>
          </a:xfrm>
          <a:prstGeom prst="roundRect">
            <a:avLst>
              <a:gd name="adj" fmla="val 7576"/>
            </a:avLst>
          </a:prstGeom>
          <a:solidFill>
            <a:srgbClr val="36406F"/>
          </a:solidFill>
          <a:ln w="9525">
            <a:solidFill>
              <a:srgbClr val="4B56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02680" y="3995928"/>
            <a:ext cx="243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navigation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B9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live from the hierarchy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006840" y="3794760"/>
            <a:ext cx="594360" cy="420624"/>
          </a:xfrm>
          <a:prstGeom prst="leftArrow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887968" y="34747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783080" y="4809744"/>
            <a:ext cx="347472" cy="420624"/>
          </a:xfrm>
          <a:prstGeom prst="downArrow">
            <a:avLst/>
          </a:prstGeom>
          <a:solidFill>
            <a:srgbClr val="E07A3F"/>
          </a:solidFill>
          <a:ln w="6350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40280" y="4882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enter the cycle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818120" y="4809744"/>
            <a:ext cx="347472" cy="420624"/>
          </a:xfrm>
          <a:prstGeom prst="upArrow">
            <a:avLst/>
          </a:prstGeom>
          <a:solidFill>
            <a:srgbClr val="E07A3F"/>
          </a:solidFill>
          <a:ln w="6350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349240" y="4882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articles return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1480" y="5394960"/>
            <a:ext cx="11430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E07A3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94360" y="546811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07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SELF-UPDATING ARTICLES</a:t>
            </a:r>
            <a:r>
              <a:rPr lang="en-US" sz="850" kern="0" spc="50" dirty="0">
                <a:solidFill>
                  <a:srgbClr val="5D6E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Detect → Assess → Propose → Execute, under human governance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94360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94360" y="5742432"/>
            <a:ext cx="2008022" cy="502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76656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6656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Validate → Reason → Synthesize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triangulation (≥2 sources)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knowledge-gap analysis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2648102" y="6071616"/>
            <a:ext cx="164592" cy="182880"/>
          </a:xfrm>
          <a:prstGeom prst="rightArrow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858414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58414" y="5742432"/>
            <a:ext cx="2008022" cy="50292"/>
          </a:xfrm>
          <a:prstGeom prst="rect">
            <a:avLst/>
          </a:prstGeom>
          <a:solidFill>
            <a:srgbClr val="2E8B6B"/>
          </a:solidFill>
          <a:ln w="12700">
            <a:solidFill>
              <a:srgbClr val="2E8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940710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checks · Tier 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940710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scoring (the heartbeat)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&amp; cross-reference validation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structure guards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4912157" y="6071616"/>
            <a:ext cx="164592" cy="182880"/>
          </a:xfrm>
          <a:prstGeom prst="rightArrow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122469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122469" y="5742432"/>
            <a:ext cx="2008022" cy="50292"/>
          </a:xfrm>
          <a:prstGeom prst="rect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204765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6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 checks · Tier 1–2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204765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verification against sources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gap assessment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+ domain expertise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7176211" y="6071616"/>
            <a:ext cx="164592" cy="182880"/>
          </a:xfrm>
          <a:prstGeom prst="rightArrow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386523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386523" y="5742432"/>
            <a:ext cx="2008022" cy="50292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468819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A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&amp; critical analysis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468819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of claims and structure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development of the argument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clarity, consistency, gap removal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9440266" y="6071616"/>
            <a:ext cx="164592" cy="182880"/>
          </a:xfrm>
          <a:prstGeom prst="rightArrow">
            <a:avLst/>
          </a:prstGeom>
          <a:solidFill>
            <a:srgbClr val="9FB0C6"/>
          </a:solidFill>
          <a:ln w="12700">
            <a:solidFill>
              <a:srgbClr val="9FB0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9650578" y="5742432"/>
            <a:ext cx="2008022" cy="841248"/>
          </a:xfrm>
          <a:prstGeom prst="rect">
            <a:avLst/>
          </a:prstGeom>
          <a:solidFill>
            <a:srgbClr val="F1F5FA"/>
          </a:solidFill>
          <a:ln w="9525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9650578" y="5742432"/>
            <a:ext cx="2008022" cy="502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9732874" y="5833872"/>
            <a:ext cx="18434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&amp; publish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9732874" y="6035040"/>
            <a:ext cx="18434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execute anchored edits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metadata-guarded, series-integrity safe</a:t>
            </a:r>
            <a:endParaRPr lang="en-US" sz="720" dirty="0"/>
          </a:p>
          <a:p>
            <a:pPr marL="342900" indent="-342900">
              <a:buSzPct val="100000"/>
              <a:buChar char="•"/>
            </a:pPr>
            <a:r>
              <a:rPr lang="en-US" sz="720" dirty="0">
                <a:solidFill>
                  <a:srgbClr val="1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next request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10607040" y="4754880"/>
            <a:ext cx="0" cy="640080"/>
          </a:xfrm>
          <a:prstGeom prst="line">
            <a:avLst/>
          </a:prstGeom>
          <a:noFill/>
          <a:ln w="15875">
            <a:solidFill>
              <a:srgbClr val="1C729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Hub — self-updating architecture</dc:title>
  <dc:subject>PptxGenJS Presentation</dc:subject>
  <dc:creator>Dario Airoldi</dc:creator>
  <cp:lastModifiedBy>Dario Airoldi</cp:lastModifiedBy>
  <cp:revision>2</cp:revision>
  <dcterms:created xsi:type="dcterms:W3CDTF">2026-08-06T08:03:31Z</dcterms:created>
  <dcterms:modified xsi:type="dcterms:W3CDTF">2026-08-06T09:22:48Z</dcterms:modified>
</cp:coreProperties>
</file>